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1109AB-8543-4D23-894B-F57E9A5635FE}" v="48" dt="2026-06-18T14:53:02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06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ree dev" userId="b7e98dbdfb90c427" providerId="LiveId" clId="{07802E01-ACD5-4975-B7E4-4557735E1881}"/>
    <pc:docChg chg="undo custSel addSld modSld sldOrd modMainMaster">
      <pc:chgData name="hemasree dev" userId="b7e98dbdfb90c427" providerId="LiveId" clId="{07802E01-ACD5-4975-B7E4-4557735E1881}" dt="2026-06-18T14:55:45.198" v="973" actId="21"/>
      <pc:docMkLst>
        <pc:docMk/>
      </pc:docMkLst>
      <pc:sldChg chg="addSp delSp modSp mod setBg">
        <pc:chgData name="hemasree dev" userId="b7e98dbdfb90c427" providerId="LiveId" clId="{07802E01-ACD5-4975-B7E4-4557735E1881}" dt="2026-06-18T14:17:04.246" v="287" actId="20577"/>
        <pc:sldMkLst>
          <pc:docMk/>
          <pc:sldMk cId="0" sldId="256"/>
        </pc:sldMkLst>
        <pc:spChg chg="del">
          <ac:chgData name="hemasree dev" userId="b7e98dbdfb90c427" providerId="LiveId" clId="{07802E01-ACD5-4975-B7E4-4557735E1881}" dt="2026-06-18T13:51:23.661" v="1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3:51:31.641" v="3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hemasree dev" userId="b7e98dbdfb90c427" providerId="LiveId" clId="{07802E01-ACD5-4975-B7E4-4557735E1881}" dt="2026-06-18T13:51:26.614" v="2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hemasree dev" userId="b7e98dbdfb90c427" providerId="LiveId" clId="{07802E01-ACD5-4975-B7E4-4557735E1881}" dt="2026-06-18T13:51:41.689" v="4" actId="478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4:04:18.086" v="106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4:05:15.980" v="117" actId="478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4:10:46.721" v="156" actId="478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4:07:42.528" v="135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07:38.124" v="134" actId="20577"/>
          <ac:spMkLst>
            <pc:docMk/>
            <pc:sldMk cId="0" sldId="256"/>
            <ac:spMk id="10" creationId="{00000000-0000-0000-0000-000000000000}"/>
          </ac:spMkLst>
        </pc:spChg>
        <pc:spChg chg="del">
          <ac:chgData name="hemasree dev" userId="b7e98dbdfb90c427" providerId="LiveId" clId="{07802E01-ACD5-4975-B7E4-4557735E1881}" dt="2026-06-18T14:07:50.864" v="136" actId="21"/>
          <ac:spMkLst>
            <pc:docMk/>
            <pc:sldMk cId="0" sldId="256"/>
            <ac:spMk id="11" creationId="{00000000-0000-0000-0000-000000000000}"/>
          </ac:spMkLst>
        </pc:spChg>
        <pc:spChg chg="add mod">
          <ac:chgData name="hemasree dev" userId="b7e98dbdfb90c427" providerId="LiveId" clId="{07802E01-ACD5-4975-B7E4-4557735E1881}" dt="2026-06-18T14:07:23.893" v="131" actId="14100"/>
          <ac:spMkLst>
            <pc:docMk/>
            <pc:sldMk cId="0" sldId="256"/>
            <ac:spMk id="15" creationId="{64D7E5CB-7635-4A50-99C1-E4A4B6E75CC5}"/>
          </ac:spMkLst>
        </pc:spChg>
        <pc:spChg chg="add del">
          <ac:chgData name="hemasree dev" userId="b7e98dbdfb90c427" providerId="LiveId" clId="{07802E01-ACD5-4975-B7E4-4557735E1881}" dt="2026-06-18T14:05:02.673" v="113" actId="22"/>
          <ac:spMkLst>
            <pc:docMk/>
            <pc:sldMk cId="0" sldId="256"/>
            <ac:spMk id="17" creationId="{68B287B3-79E4-C2A0-548B-CB3CE6FE1A0A}"/>
          </ac:spMkLst>
        </pc:spChg>
        <pc:spChg chg="add mod">
          <ac:chgData name="hemasree dev" userId="b7e98dbdfb90c427" providerId="LiveId" clId="{07802E01-ACD5-4975-B7E4-4557735E1881}" dt="2026-06-18T14:07:30.149" v="132" actId="1076"/>
          <ac:spMkLst>
            <pc:docMk/>
            <pc:sldMk cId="0" sldId="256"/>
            <ac:spMk id="19" creationId="{0C177255-5A2F-EA39-07AE-54B3376A9AA2}"/>
          </ac:spMkLst>
        </pc:spChg>
        <pc:spChg chg="add mod">
          <ac:chgData name="hemasree dev" userId="b7e98dbdfb90c427" providerId="LiveId" clId="{07802E01-ACD5-4975-B7E4-4557735E1881}" dt="2026-06-18T14:08:08.952" v="138" actId="1076"/>
          <ac:spMkLst>
            <pc:docMk/>
            <pc:sldMk cId="0" sldId="256"/>
            <ac:spMk id="21" creationId="{6D87DBD3-ED40-4911-B116-81F735C0F1FE}"/>
          </ac:spMkLst>
        </pc:spChg>
        <pc:spChg chg="add mod">
          <ac:chgData name="hemasree dev" userId="b7e98dbdfb90c427" providerId="LiveId" clId="{07802E01-ACD5-4975-B7E4-4557735E1881}" dt="2026-06-18T14:11:25.006" v="162" actId="207"/>
          <ac:spMkLst>
            <pc:docMk/>
            <pc:sldMk cId="0" sldId="256"/>
            <ac:spMk id="23" creationId="{58C85042-192A-055B-4576-613CFC2C2337}"/>
          </ac:spMkLst>
        </pc:spChg>
        <pc:spChg chg="add">
          <ac:chgData name="hemasree dev" userId="b7e98dbdfb90c427" providerId="LiveId" clId="{07802E01-ACD5-4975-B7E4-4557735E1881}" dt="2026-06-18T14:11:47.165" v="163" actId="22"/>
          <ac:spMkLst>
            <pc:docMk/>
            <pc:sldMk cId="0" sldId="256"/>
            <ac:spMk id="25" creationId="{9EA76D80-E92F-7F9F-6481-1B54767F1B15}"/>
          </ac:spMkLst>
        </pc:spChg>
        <pc:spChg chg="add del">
          <ac:chgData name="hemasree dev" userId="b7e98dbdfb90c427" providerId="LiveId" clId="{07802E01-ACD5-4975-B7E4-4557735E1881}" dt="2026-06-18T14:12:02.436" v="165" actId="22"/>
          <ac:spMkLst>
            <pc:docMk/>
            <pc:sldMk cId="0" sldId="256"/>
            <ac:spMk id="27" creationId="{CB29DC6D-46C3-7354-7572-0F4401918080}"/>
          </ac:spMkLst>
        </pc:spChg>
        <pc:spChg chg="add mod">
          <ac:chgData name="hemasree dev" userId="b7e98dbdfb90c427" providerId="LiveId" clId="{07802E01-ACD5-4975-B7E4-4557735E1881}" dt="2026-06-18T14:17:04.246" v="287" actId="20577"/>
          <ac:spMkLst>
            <pc:docMk/>
            <pc:sldMk cId="0" sldId="256"/>
            <ac:spMk id="29" creationId="{45CED6B5-9170-49E4-54A9-9722B138C7A2}"/>
          </ac:spMkLst>
        </pc:spChg>
        <pc:spChg chg="add mod">
          <ac:chgData name="hemasree dev" userId="b7e98dbdfb90c427" providerId="LiveId" clId="{07802E01-ACD5-4975-B7E4-4557735E1881}" dt="2026-06-18T14:16:49.090" v="278" actId="20577"/>
          <ac:spMkLst>
            <pc:docMk/>
            <pc:sldMk cId="0" sldId="256"/>
            <ac:spMk id="31" creationId="{7BEBB83F-C617-CC8E-D9F4-34904744C90C}"/>
          </ac:spMkLst>
        </pc:spChg>
        <pc:spChg chg="add">
          <ac:chgData name="hemasree dev" userId="b7e98dbdfb90c427" providerId="LiveId" clId="{07802E01-ACD5-4975-B7E4-4557735E1881}" dt="2026-06-18T14:12:44.543" v="168" actId="22"/>
          <ac:spMkLst>
            <pc:docMk/>
            <pc:sldMk cId="0" sldId="256"/>
            <ac:spMk id="33" creationId="{315AF9A4-B22B-C373-577E-CB407B30EE7E}"/>
          </ac:spMkLst>
        </pc:spChg>
        <pc:spChg chg="add mod">
          <ac:chgData name="hemasree dev" userId="b7e98dbdfb90c427" providerId="LiveId" clId="{07802E01-ACD5-4975-B7E4-4557735E1881}" dt="2026-06-18T14:16:00.864" v="221" actId="1076"/>
          <ac:spMkLst>
            <pc:docMk/>
            <pc:sldMk cId="0" sldId="256"/>
            <ac:spMk id="35" creationId="{B2A6F688-B0DD-86EF-4C4F-C1188BD3476A}"/>
          </ac:spMkLst>
        </pc:spChg>
        <pc:spChg chg="add mod">
          <ac:chgData name="hemasree dev" userId="b7e98dbdfb90c427" providerId="LiveId" clId="{07802E01-ACD5-4975-B7E4-4557735E1881}" dt="2026-06-18T14:13:46.276" v="174" actId="1076"/>
          <ac:spMkLst>
            <pc:docMk/>
            <pc:sldMk cId="0" sldId="256"/>
            <ac:spMk id="37" creationId="{406E6B71-FA62-C3FF-4B76-18F86FE77C43}"/>
          </ac:spMkLst>
        </pc:spChg>
        <pc:picChg chg="add mod">
          <ac:chgData name="hemasree dev" userId="b7e98dbdfb90c427" providerId="LiveId" clId="{07802E01-ACD5-4975-B7E4-4557735E1881}" dt="2026-06-18T13:52:44.648" v="17" actId="1076"/>
          <ac:picMkLst>
            <pc:docMk/>
            <pc:sldMk cId="0" sldId="256"/>
            <ac:picMk id="13" creationId="{CD564B0F-F906-549C-A232-47DF17C9689B}"/>
          </ac:picMkLst>
        </pc:picChg>
      </pc:sldChg>
      <pc:sldChg chg="modSp mod setBg">
        <pc:chgData name="hemasree dev" userId="b7e98dbdfb90c427" providerId="LiveId" clId="{07802E01-ACD5-4975-B7E4-4557735E1881}" dt="2026-06-18T14:36:21.827" v="795" actId="1036"/>
        <pc:sldMkLst>
          <pc:docMk/>
          <pc:sldMk cId="0" sldId="257"/>
        </pc:sldMkLst>
        <pc:spChg chg="mod">
          <ac:chgData name="hemasree dev" userId="b7e98dbdfb90c427" providerId="LiveId" clId="{07802E01-ACD5-4975-B7E4-4557735E1881}" dt="2026-06-18T14:34:11.011" v="781"/>
          <ac:spMkLst>
            <pc:docMk/>
            <pc:sldMk cId="0" sldId="257"/>
            <ac:spMk id="2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4:39.377" v="78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6:03.958" v="793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4:57.068" v="785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5:56.025" v="792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5:29.073" v="789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5:47.613" v="791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6:12.616" v="794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6:21.827" v="795" actId="1036"/>
          <ac:spMkLst>
            <pc:docMk/>
            <pc:sldMk cId="0" sldId="257"/>
            <ac:spMk id="12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37:28.586" v="811" actId="20577"/>
        <pc:sldMkLst>
          <pc:docMk/>
          <pc:sldMk cId="0" sldId="258"/>
        </pc:sldMkLst>
        <pc:spChg chg="mod">
          <ac:chgData name="hemasree dev" userId="b7e98dbdfb90c427" providerId="LiveId" clId="{07802E01-ACD5-4975-B7E4-4557735E1881}" dt="2026-06-18T14:33:59.804" v="780"/>
          <ac:spMkLst>
            <pc:docMk/>
            <pc:sldMk cId="0" sldId="258"/>
            <ac:spMk id="2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6:38.732" v="798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6:49.870" v="801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7:28.586" v="811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7:01.232" v="803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7:14.007" v="805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7:23.249" v="808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7:18.456" v="806" actId="255"/>
          <ac:spMkLst>
            <pc:docMk/>
            <pc:sldMk cId="0" sldId="258"/>
            <ac:spMk id="11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41:18.993" v="848" actId="1036"/>
        <pc:sldMkLst>
          <pc:docMk/>
          <pc:sldMk cId="0" sldId="259"/>
        </pc:sldMkLst>
        <pc:spChg chg="mod">
          <ac:chgData name="hemasree dev" userId="b7e98dbdfb90c427" providerId="LiveId" clId="{07802E01-ACD5-4975-B7E4-4557735E1881}" dt="2026-06-18T14:37:58.835" v="814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7:50.422" v="813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9:18.699" v="826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8:42.923" v="823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0:00.465" v="835" actId="2710"/>
          <ac:spMkLst>
            <pc:docMk/>
            <pc:sldMk cId="0" sldId="259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0:18.275" v="836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38:49.656" v="824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1:18.993" v="848" actId="1036"/>
          <ac:spMkLst>
            <pc:docMk/>
            <pc:sldMk cId="0" sldId="259"/>
            <ac:spMk id="10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43:14.062" v="870" actId="1036"/>
        <pc:sldMkLst>
          <pc:docMk/>
          <pc:sldMk cId="0" sldId="260"/>
        </pc:sldMkLst>
        <pc:spChg chg="mod">
          <ac:chgData name="hemasree dev" userId="b7e98dbdfb90c427" providerId="LiveId" clId="{07802E01-ACD5-4975-B7E4-4557735E1881}" dt="2026-06-18T14:43:14.062" v="870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3:05.335" v="868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2:20.988" v="857" actId="2710"/>
          <ac:spMkLst>
            <pc:docMk/>
            <pc:sldMk cId="0" sldId="260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2:57.690" v="866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2:47.521" v="864" actId="2710"/>
          <ac:spMkLst>
            <pc:docMk/>
            <pc:sldMk cId="0" sldId="260"/>
            <ac:spMk id="6" creationId="{00000000-0000-0000-0000-000000000000}"/>
          </ac:spMkLst>
        </pc:spChg>
      </pc:sldChg>
      <pc:sldChg chg="delSp mod setBg">
        <pc:chgData name="hemasree dev" userId="b7e98dbdfb90c427" providerId="LiveId" clId="{07802E01-ACD5-4975-B7E4-4557735E1881}" dt="2026-06-18T14:43:33.236" v="871" actId="478"/>
        <pc:sldMkLst>
          <pc:docMk/>
          <pc:sldMk cId="0" sldId="261"/>
        </pc:sldMkLst>
        <pc:spChg chg="del">
          <ac:chgData name="hemasree dev" userId="b7e98dbdfb90c427" providerId="LiveId" clId="{07802E01-ACD5-4975-B7E4-4557735E1881}" dt="2026-06-18T14:43:33.236" v="871" actId="478"/>
          <ac:spMkLst>
            <pc:docMk/>
            <pc:sldMk cId="0" sldId="261"/>
            <ac:spMk id="5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45:01.266" v="881" actId="1036"/>
        <pc:sldMkLst>
          <pc:docMk/>
          <pc:sldMk cId="0" sldId="262"/>
        </pc:sldMkLst>
        <pc:spChg chg="mod">
          <ac:chgData name="hemasree dev" userId="b7e98dbdfb90c427" providerId="LiveId" clId="{07802E01-ACD5-4975-B7E4-4557735E1881}" dt="2026-06-18T14:45:01.266" v="881" actId="10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3:41.316" v="872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3:48.094" v="873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3:56.431" v="874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4:01.396" v="875" actId="255"/>
          <ac:spMkLst>
            <pc:docMk/>
            <pc:sldMk cId="0" sldId="262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4:10.002" v="876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4:27.811" v="877" actId="25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4:36.930" v="878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4:55.874" v="880" actId="255"/>
          <ac:spMkLst>
            <pc:docMk/>
            <pc:sldMk cId="0" sldId="262"/>
            <ac:spMk id="1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4:49.317" v="879" actId="255"/>
          <ac:spMkLst>
            <pc:docMk/>
            <pc:sldMk cId="0" sldId="262"/>
            <ac:spMk id="14" creationId="{00000000-0000-0000-0000-000000000000}"/>
          </ac:spMkLst>
        </pc:spChg>
      </pc:sldChg>
      <pc:sldChg chg="delSp modSp mod setBg">
        <pc:chgData name="hemasree dev" userId="b7e98dbdfb90c427" providerId="LiveId" clId="{07802E01-ACD5-4975-B7E4-4557735E1881}" dt="2026-06-18T14:45:12.528" v="883" actId="478"/>
        <pc:sldMkLst>
          <pc:docMk/>
          <pc:sldMk cId="0" sldId="263"/>
        </pc:sldMkLst>
        <pc:spChg chg="del mod">
          <ac:chgData name="hemasree dev" userId="b7e98dbdfb90c427" providerId="LiveId" clId="{07802E01-ACD5-4975-B7E4-4557735E1881}" dt="2026-06-18T14:45:12.528" v="883" actId="478"/>
          <ac:spMkLst>
            <pc:docMk/>
            <pc:sldMk cId="0" sldId="263"/>
            <ac:spMk id="5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47:01.037" v="892" actId="255"/>
        <pc:sldMkLst>
          <pc:docMk/>
          <pc:sldMk cId="0" sldId="264"/>
        </pc:sldMkLst>
        <pc:spChg chg="mod">
          <ac:chgData name="hemasree dev" userId="b7e98dbdfb90c427" providerId="LiveId" clId="{07802E01-ACD5-4975-B7E4-4557735E1881}" dt="2026-06-18T14:45:21.226" v="884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6:00.910" v="885" actId="255"/>
          <ac:spMkLst>
            <pc:docMk/>
            <pc:sldMk cId="0" sldId="264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6:08.817" v="886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6:16.011" v="887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6:22.367" v="888" actId="25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6:43.975" v="890" actId="255"/>
          <ac:spMkLst>
            <pc:docMk/>
            <pc:sldMk cId="0" sldId="264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6:54.939" v="891" actId="25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7:01.037" v="892" actId="255"/>
          <ac:spMkLst>
            <pc:docMk/>
            <pc:sldMk cId="0" sldId="264"/>
            <ac:spMk id="14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48:21.955" v="901" actId="255"/>
        <pc:sldMkLst>
          <pc:docMk/>
          <pc:sldMk cId="0" sldId="265"/>
        </pc:sldMkLst>
        <pc:spChg chg="mod">
          <ac:chgData name="hemasree dev" userId="b7e98dbdfb90c427" providerId="LiveId" clId="{07802E01-ACD5-4975-B7E4-4557735E1881}" dt="2026-06-18T14:47:20.403" v="894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7:25.384" v="895" actId="255"/>
          <ac:spMkLst>
            <pc:docMk/>
            <pc:sldMk cId="0" sldId="265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7:32.501" v="896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7:37.926" v="897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7:48.541" v="898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7:55.212" v="899" actId="25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8:21.955" v="901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8:04.740" v="900" actId="20577"/>
          <ac:spMkLst>
            <pc:docMk/>
            <pc:sldMk cId="0" sldId="265"/>
            <ac:spMk id="16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49:33.717" v="909" actId="255"/>
        <pc:sldMkLst>
          <pc:docMk/>
          <pc:sldMk cId="0" sldId="266"/>
        </pc:sldMkLst>
        <pc:spChg chg="mod">
          <ac:chgData name="hemasree dev" userId="b7e98dbdfb90c427" providerId="LiveId" clId="{07802E01-ACD5-4975-B7E4-4557735E1881}" dt="2026-06-18T14:48:34.323" v="902" actId="255"/>
          <ac:spMkLst>
            <pc:docMk/>
            <pc:sldMk cId="0" sldId="266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8:39.351" v="903" actId="255"/>
          <ac:spMkLst>
            <pc:docMk/>
            <pc:sldMk cId="0" sldId="266"/>
            <ac:spMk id="6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8:47.597" v="904" actId="255"/>
          <ac:spMkLst>
            <pc:docMk/>
            <pc:sldMk cId="0" sldId="266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8:53.146" v="905" actId="25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9:00.811" v="906" actId="255"/>
          <ac:spMkLst>
            <pc:docMk/>
            <pc:sldMk cId="0" sldId="266"/>
            <ac:spMk id="1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9:12.924" v="907" actId="25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9:25.750" v="908" actId="25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9:33.717" v="909" actId="255"/>
          <ac:spMkLst>
            <pc:docMk/>
            <pc:sldMk cId="0" sldId="266"/>
            <ac:spMk id="18" creationId="{00000000-0000-0000-0000-000000000000}"/>
          </ac:spMkLst>
        </pc:spChg>
      </pc:sldChg>
      <pc:sldChg chg="modSp mod setBg">
        <pc:chgData name="hemasree dev" userId="b7e98dbdfb90c427" providerId="LiveId" clId="{07802E01-ACD5-4975-B7E4-4557735E1881}" dt="2026-06-18T14:50:42.708" v="919" actId="20577"/>
        <pc:sldMkLst>
          <pc:docMk/>
          <pc:sldMk cId="0" sldId="267"/>
        </pc:sldMkLst>
        <pc:spChg chg="mod">
          <ac:chgData name="hemasree dev" userId="b7e98dbdfb90c427" providerId="LiveId" clId="{07802E01-ACD5-4975-B7E4-4557735E1881}" dt="2026-06-18T14:50:42.708" v="919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9:48.005" v="910" actId="255"/>
          <ac:spMkLst>
            <pc:docMk/>
            <pc:sldMk cId="0" sldId="267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49:53.043" v="911" actId="255"/>
          <ac:spMkLst>
            <pc:docMk/>
            <pc:sldMk cId="0" sldId="267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02.158" v="913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00.491" v="912" actId="255"/>
          <ac:spMkLst>
            <pc:docMk/>
            <pc:sldMk cId="0" sldId="267"/>
            <ac:spMk id="1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07.671" v="914" actId="25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16.283" v="915" actId="255"/>
          <ac:spMkLst>
            <pc:docMk/>
            <pc:sldMk cId="0" sldId="267"/>
            <ac:spMk id="19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22.241" v="916" actId="255"/>
          <ac:spMkLst>
            <pc:docMk/>
            <pc:sldMk cId="0" sldId="267"/>
            <ac:spMk id="20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31.497" v="917" actId="255"/>
          <ac:spMkLst>
            <pc:docMk/>
            <pc:sldMk cId="0" sldId="267"/>
            <ac:spMk id="2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0:39.503" v="918" actId="255"/>
          <ac:spMkLst>
            <pc:docMk/>
            <pc:sldMk cId="0" sldId="267"/>
            <ac:spMk id="26" creationId="{00000000-0000-0000-0000-000000000000}"/>
          </ac:spMkLst>
        </pc:spChg>
      </pc:sldChg>
      <pc:sldChg chg="addSp delSp modSp mod setBg">
        <pc:chgData name="hemasree dev" userId="b7e98dbdfb90c427" providerId="LiveId" clId="{07802E01-ACD5-4975-B7E4-4557735E1881}" dt="2026-06-18T14:51:49.833" v="927" actId="255"/>
        <pc:sldMkLst>
          <pc:docMk/>
          <pc:sldMk cId="0" sldId="268"/>
        </pc:sldMkLst>
        <pc:spChg chg="mod">
          <ac:chgData name="hemasree dev" userId="b7e98dbdfb90c427" providerId="LiveId" clId="{07802E01-ACD5-4975-B7E4-4557735E1881}" dt="2026-06-18T14:51:36.875" v="925" actId="255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hemasree dev" userId="b7e98dbdfb90c427" providerId="LiveId" clId="{07802E01-ACD5-4975-B7E4-4557735E1881}" dt="2026-06-18T13:59:02.063" v="57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1:42.625" v="926" actId="255"/>
          <ac:spMkLst>
            <pc:docMk/>
            <pc:sldMk cId="0" sldId="268"/>
            <ac:spMk id="5" creationId="{00000000-0000-0000-0000-000000000000}"/>
          </ac:spMkLst>
        </pc:spChg>
        <pc:spChg chg="del">
          <ac:chgData name="hemasree dev" userId="b7e98dbdfb90c427" providerId="LiveId" clId="{07802E01-ACD5-4975-B7E4-4557735E1881}" dt="2026-06-18T14:00:00.360" v="66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1:49.833" v="927" actId="255"/>
          <ac:spMkLst>
            <pc:docMk/>
            <pc:sldMk cId="0" sldId="268"/>
            <ac:spMk id="7" creationId="{00000000-0000-0000-0000-000000000000}"/>
          </ac:spMkLst>
        </pc:spChg>
        <pc:spChg chg="del">
          <ac:chgData name="hemasree dev" userId="b7e98dbdfb90c427" providerId="LiveId" clId="{07802E01-ACD5-4975-B7E4-4557735E1881}" dt="2026-06-18T14:01:04.769" v="75" actId="478"/>
          <ac:spMkLst>
            <pc:docMk/>
            <pc:sldMk cId="0" sldId="268"/>
            <ac:spMk id="8" creationId="{00000000-0000-0000-0000-000000000000}"/>
          </ac:spMkLst>
        </pc:spChg>
        <pc:spChg chg="add mod">
          <ac:chgData name="hemasree dev" userId="b7e98dbdfb90c427" providerId="LiveId" clId="{07802E01-ACD5-4975-B7E4-4557735E1881}" dt="2026-06-18T14:00:47.220" v="73" actId="14100"/>
          <ac:spMkLst>
            <pc:docMk/>
            <pc:sldMk cId="0" sldId="268"/>
            <ac:spMk id="12" creationId="{C3D30B2C-81E6-E171-6B44-94CB69CB46FE}"/>
          </ac:spMkLst>
        </pc:spChg>
        <pc:spChg chg="add mod">
          <ac:chgData name="hemasree dev" userId="b7e98dbdfb90c427" providerId="LiveId" clId="{07802E01-ACD5-4975-B7E4-4557735E1881}" dt="2026-06-18T13:59:30.697" v="63" actId="1076"/>
          <ac:spMkLst>
            <pc:docMk/>
            <pc:sldMk cId="0" sldId="268"/>
            <ac:spMk id="14" creationId="{8235755A-72D8-F7D7-DDD0-A48C893E75F7}"/>
          </ac:spMkLst>
        </pc:spChg>
        <pc:spChg chg="add mod">
          <ac:chgData name="hemasree dev" userId="b7e98dbdfb90c427" providerId="LiveId" clId="{07802E01-ACD5-4975-B7E4-4557735E1881}" dt="2026-06-18T14:01:23.212" v="77" actId="14100"/>
          <ac:spMkLst>
            <pc:docMk/>
            <pc:sldMk cId="0" sldId="268"/>
            <ac:spMk id="16" creationId="{542BCE83-A027-367F-F761-60A839C1AD98}"/>
          </ac:spMkLst>
        </pc:spChg>
        <pc:spChg chg="add del">
          <ac:chgData name="hemasree dev" userId="b7e98dbdfb90c427" providerId="LiveId" clId="{07802E01-ACD5-4975-B7E4-4557735E1881}" dt="2026-06-18T13:58:44.042" v="54" actId="22"/>
          <ac:spMkLst>
            <pc:docMk/>
            <pc:sldMk cId="0" sldId="268"/>
            <ac:spMk id="18" creationId="{3B2F5B92-E0A6-77AD-D0AE-A1E24241DB95}"/>
          </ac:spMkLst>
        </pc:spChg>
        <pc:spChg chg="add mod">
          <ac:chgData name="hemasree dev" userId="b7e98dbdfb90c427" providerId="LiveId" clId="{07802E01-ACD5-4975-B7E4-4557735E1881}" dt="2026-06-18T14:51:01.566" v="921" actId="14100"/>
          <ac:spMkLst>
            <pc:docMk/>
            <pc:sldMk cId="0" sldId="268"/>
            <ac:spMk id="20" creationId="{080E83EB-C248-F7B4-2127-DBDF10324282}"/>
          </ac:spMkLst>
        </pc:spChg>
        <pc:spChg chg="add mod">
          <ac:chgData name="hemasree dev" userId="b7e98dbdfb90c427" providerId="LiveId" clId="{07802E01-ACD5-4975-B7E4-4557735E1881}" dt="2026-06-18T14:51:08.368" v="922" actId="255"/>
          <ac:spMkLst>
            <pc:docMk/>
            <pc:sldMk cId="0" sldId="268"/>
            <ac:spMk id="22" creationId="{3A5C72BD-FDD4-F0ED-95A1-A5982E313A0F}"/>
          </ac:spMkLst>
        </pc:spChg>
        <pc:spChg chg="add mod">
          <ac:chgData name="hemasree dev" userId="b7e98dbdfb90c427" providerId="LiveId" clId="{07802E01-ACD5-4975-B7E4-4557735E1881}" dt="2026-06-18T14:51:15.573" v="923" actId="255"/>
          <ac:spMkLst>
            <pc:docMk/>
            <pc:sldMk cId="0" sldId="268"/>
            <ac:spMk id="24" creationId="{4669C337-ACFC-016E-AAA6-FE544904A99A}"/>
          </ac:spMkLst>
        </pc:spChg>
        <pc:picChg chg="add del">
          <ac:chgData name="hemasree dev" userId="b7e98dbdfb90c427" providerId="LiveId" clId="{07802E01-ACD5-4975-B7E4-4557735E1881}" dt="2026-06-18T13:58:02.581" v="43" actId="22"/>
          <ac:picMkLst>
            <pc:docMk/>
            <pc:sldMk cId="0" sldId="268"/>
            <ac:picMk id="10" creationId="{54E42714-BBCF-41EF-2EEE-7B690813E698}"/>
          </ac:picMkLst>
        </pc:picChg>
      </pc:sldChg>
      <pc:sldChg chg="addSp delSp modSp mod setBg">
        <pc:chgData name="hemasree dev" userId="b7e98dbdfb90c427" providerId="LiveId" clId="{07802E01-ACD5-4975-B7E4-4557735E1881}" dt="2026-06-18T14:52:27.881" v="934" actId="255"/>
        <pc:sldMkLst>
          <pc:docMk/>
          <pc:sldMk cId="0" sldId="269"/>
        </pc:sldMkLst>
        <pc:spChg chg="mod">
          <ac:chgData name="hemasree dev" userId="b7e98dbdfb90c427" providerId="LiveId" clId="{07802E01-ACD5-4975-B7E4-4557735E1881}" dt="2026-06-18T14:51:57.721" v="929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2:02.730" v="930" actId="255"/>
          <ac:spMkLst>
            <pc:docMk/>
            <pc:sldMk cId="0" sldId="269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2:08.809" v="931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2:13.979" v="932" actId="25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2:18.919" v="933" actId="255"/>
          <ac:spMkLst>
            <pc:docMk/>
            <pc:sldMk cId="0" sldId="269"/>
            <ac:spMk id="14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4:02:17.281" v="85" actId="478"/>
          <ac:spMkLst>
            <pc:docMk/>
            <pc:sldMk cId="0" sldId="269"/>
            <ac:spMk id="1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01:56.927" v="83" actId="20577"/>
          <ac:spMkLst>
            <pc:docMk/>
            <pc:sldMk cId="0" sldId="269"/>
            <ac:spMk id="16" creationId="{00000000-0000-0000-0000-000000000000}"/>
          </ac:spMkLst>
        </pc:spChg>
        <pc:spChg chg="del mod">
          <ac:chgData name="hemasree dev" userId="b7e98dbdfb90c427" providerId="LiveId" clId="{07802E01-ACD5-4975-B7E4-4557735E1881}" dt="2026-06-18T14:02:49.303" v="90" actId="478"/>
          <ac:spMkLst>
            <pc:docMk/>
            <pc:sldMk cId="0" sldId="269"/>
            <ac:spMk id="17" creationId="{00000000-0000-0000-0000-000000000000}"/>
          </ac:spMkLst>
        </pc:spChg>
        <pc:spChg chg="add mod">
          <ac:chgData name="hemasree dev" userId="b7e98dbdfb90c427" providerId="LiveId" clId="{07802E01-ACD5-4975-B7E4-4557735E1881}" dt="2026-06-18T14:02:33.647" v="88" actId="1076"/>
          <ac:spMkLst>
            <pc:docMk/>
            <pc:sldMk cId="0" sldId="269"/>
            <ac:spMk id="19" creationId="{116CDF9E-D5FC-2A0B-CD03-C9F320DFB4F8}"/>
          </ac:spMkLst>
        </pc:spChg>
        <pc:spChg chg="add mod">
          <ac:chgData name="hemasree dev" userId="b7e98dbdfb90c427" providerId="LiveId" clId="{07802E01-ACD5-4975-B7E4-4557735E1881}" dt="2026-06-18T14:52:27.881" v="934" actId="255"/>
          <ac:spMkLst>
            <pc:docMk/>
            <pc:sldMk cId="0" sldId="269"/>
            <ac:spMk id="21" creationId="{27EC901A-4826-FC34-B557-369A7FF85B7F}"/>
          </ac:spMkLst>
        </pc:spChg>
        <pc:spChg chg="add del">
          <ac:chgData name="hemasree dev" userId="b7e98dbdfb90c427" providerId="LiveId" clId="{07802E01-ACD5-4975-B7E4-4557735E1881}" dt="2026-06-18T14:03:15.802" v="94" actId="22"/>
          <ac:spMkLst>
            <pc:docMk/>
            <pc:sldMk cId="0" sldId="269"/>
            <ac:spMk id="23" creationId="{95AB61E8-BBCA-563E-8088-1F2485C3AEC2}"/>
          </ac:spMkLst>
        </pc:spChg>
        <pc:spChg chg="add mod">
          <ac:chgData name="hemasree dev" userId="b7e98dbdfb90c427" providerId="LiveId" clId="{07802E01-ACD5-4975-B7E4-4557735E1881}" dt="2026-06-18T14:03:35.178" v="98" actId="1036"/>
          <ac:spMkLst>
            <pc:docMk/>
            <pc:sldMk cId="0" sldId="269"/>
            <ac:spMk id="25" creationId="{BA01DAD5-A90F-4632-B2FE-508DB8FB5DC3}"/>
          </ac:spMkLst>
        </pc:spChg>
      </pc:sldChg>
      <pc:sldChg chg="modSp mod setBg">
        <pc:chgData name="hemasree dev" userId="b7e98dbdfb90c427" providerId="LiveId" clId="{07802E01-ACD5-4975-B7E4-4557735E1881}" dt="2026-06-18T14:55:16.309" v="970" actId="20577"/>
        <pc:sldMkLst>
          <pc:docMk/>
          <pc:sldMk cId="0" sldId="270"/>
        </pc:sldMkLst>
        <pc:spChg chg="mod">
          <ac:chgData name="hemasree dev" userId="b7e98dbdfb90c427" providerId="LiveId" clId="{07802E01-ACD5-4975-B7E4-4557735E1881}" dt="2026-06-18T14:53:44.363" v="943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4:31.334" v="949" actId="1076"/>
          <ac:spMkLst>
            <pc:docMk/>
            <pc:sldMk cId="0" sldId="270"/>
            <ac:spMk id="4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3:26.830" v="940" actId="255"/>
          <ac:spMkLst>
            <pc:docMk/>
            <pc:sldMk cId="0" sldId="270"/>
            <ac:spMk id="5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5:16.309" v="970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4:19.956" v="94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hemasree dev" userId="b7e98dbdfb90c427" providerId="LiveId" clId="{07802E01-ACD5-4975-B7E4-4557735E1881}" dt="2026-06-18T14:54:15.582" v="946" actId="1076"/>
          <ac:spMkLst>
            <pc:docMk/>
            <pc:sldMk cId="0" sldId="270"/>
            <ac:spMk id="8" creationId="{00000000-0000-0000-0000-000000000000}"/>
          </ac:spMkLst>
        </pc:spChg>
      </pc:sldChg>
      <pc:sldChg chg="delSp mod setBg">
        <pc:chgData name="hemasree dev" userId="b7e98dbdfb90c427" providerId="LiveId" clId="{07802E01-ACD5-4975-B7E4-4557735E1881}" dt="2026-06-18T14:55:45.198" v="973" actId="21"/>
        <pc:sldMkLst>
          <pc:docMk/>
          <pc:sldMk cId="0" sldId="271"/>
        </pc:sldMkLst>
        <pc:spChg chg="del">
          <ac:chgData name="hemasree dev" userId="b7e98dbdfb90c427" providerId="LiveId" clId="{07802E01-ACD5-4975-B7E4-4557735E1881}" dt="2026-06-18T14:55:45.198" v="973" actId="21"/>
          <ac:spMkLst>
            <pc:docMk/>
            <pc:sldMk cId="0" sldId="271"/>
            <ac:spMk id="3" creationId="{00000000-0000-0000-0000-000000000000}"/>
          </ac:spMkLst>
        </pc:spChg>
        <pc:spChg chg="del">
          <ac:chgData name="hemasree dev" userId="b7e98dbdfb90c427" providerId="LiveId" clId="{07802E01-ACD5-4975-B7E4-4557735E1881}" dt="2026-06-18T14:55:32.314" v="971" actId="21"/>
          <ac:spMkLst>
            <pc:docMk/>
            <pc:sldMk cId="0" sldId="271"/>
            <ac:spMk id="5" creationId="{00000000-0000-0000-0000-000000000000}"/>
          </ac:spMkLst>
        </pc:spChg>
        <pc:spChg chg="del">
          <ac:chgData name="hemasree dev" userId="b7e98dbdfb90c427" providerId="LiveId" clId="{07802E01-ACD5-4975-B7E4-4557735E1881}" dt="2026-06-18T14:55:38.082" v="972" actId="21"/>
          <ac:spMkLst>
            <pc:docMk/>
            <pc:sldMk cId="0" sldId="271"/>
            <ac:spMk id="6" creationId="{00000000-0000-0000-0000-000000000000}"/>
          </ac:spMkLst>
        </pc:spChg>
      </pc:sldChg>
      <pc:sldChg chg="addSp delSp modSp new mod ord setBg">
        <pc:chgData name="hemasree dev" userId="b7e98dbdfb90c427" providerId="LiveId" clId="{07802E01-ACD5-4975-B7E4-4557735E1881}" dt="2026-06-18T14:34:18.814" v="782"/>
        <pc:sldMkLst>
          <pc:docMk/>
          <pc:sldMk cId="4052351324" sldId="272"/>
        </pc:sldMkLst>
        <pc:spChg chg="add del mod">
          <ac:chgData name="hemasree dev" userId="b7e98dbdfb90c427" providerId="LiveId" clId="{07802E01-ACD5-4975-B7E4-4557735E1881}" dt="2026-06-18T14:24:15.305" v="624" actId="478"/>
          <ac:spMkLst>
            <pc:docMk/>
            <pc:sldMk cId="4052351324" sldId="272"/>
            <ac:spMk id="3" creationId="{F54C5564-793E-CC58-F16B-EFA2CEBA64AB}"/>
          </ac:spMkLst>
        </pc:spChg>
        <pc:spChg chg="add del mod">
          <ac:chgData name="hemasree dev" userId="b7e98dbdfb90c427" providerId="LiveId" clId="{07802E01-ACD5-4975-B7E4-4557735E1881}" dt="2026-06-18T14:22:23.673" v="592" actId="478"/>
          <ac:spMkLst>
            <pc:docMk/>
            <pc:sldMk cId="4052351324" sldId="272"/>
            <ac:spMk id="5" creationId="{A9E68036-58C8-7355-6A6F-986EEB9EEA75}"/>
          </ac:spMkLst>
        </pc:spChg>
        <pc:spChg chg="add mod">
          <ac:chgData name="hemasree dev" userId="b7e98dbdfb90c427" providerId="LiveId" clId="{07802E01-ACD5-4975-B7E4-4557735E1881}" dt="2026-06-18T14:29:08.002" v="663" actId="14100"/>
          <ac:spMkLst>
            <pc:docMk/>
            <pc:sldMk cId="4052351324" sldId="272"/>
            <ac:spMk id="7" creationId="{1EAD3148-795A-E7AF-9011-1D0D7934566E}"/>
          </ac:spMkLst>
        </pc:spChg>
        <pc:spChg chg="add del mod">
          <ac:chgData name="hemasree dev" userId="b7e98dbdfb90c427" providerId="LiveId" clId="{07802E01-ACD5-4975-B7E4-4557735E1881}" dt="2026-06-18T14:26:40.876" v="642" actId="478"/>
          <ac:spMkLst>
            <pc:docMk/>
            <pc:sldMk cId="4052351324" sldId="272"/>
            <ac:spMk id="9" creationId="{31132293-12B3-14D4-6B26-F2C1A1DC3F40}"/>
          </ac:spMkLst>
        </pc:spChg>
        <pc:spChg chg="add mod">
          <ac:chgData name="hemasree dev" userId="b7e98dbdfb90c427" providerId="LiveId" clId="{07802E01-ACD5-4975-B7E4-4557735E1881}" dt="2026-06-18T14:32:49.354" v="764" actId="1076"/>
          <ac:spMkLst>
            <pc:docMk/>
            <pc:sldMk cId="4052351324" sldId="272"/>
            <ac:spMk id="11" creationId="{185F7910-B9A4-931C-8DBA-952B9B2A84AC}"/>
          </ac:spMkLst>
        </pc:spChg>
        <pc:spChg chg="add mod">
          <ac:chgData name="hemasree dev" userId="b7e98dbdfb90c427" providerId="LiveId" clId="{07802E01-ACD5-4975-B7E4-4557735E1881}" dt="2026-06-18T14:29:22.452" v="691" actId="14100"/>
          <ac:spMkLst>
            <pc:docMk/>
            <pc:sldMk cId="4052351324" sldId="272"/>
            <ac:spMk id="13" creationId="{13A33153-0254-BBD9-9C9B-0E1DEE97CE6C}"/>
          </ac:spMkLst>
        </pc:spChg>
        <pc:spChg chg="add mod">
          <ac:chgData name="hemasree dev" userId="b7e98dbdfb90c427" providerId="LiveId" clId="{07802E01-ACD5-4975-B7E4-4557735E1881}" dt="2026-06-18T14:30:21.264" v="722" actId="20577"/>
          <ac:spMkLst>
            <pc:docMk/>
            <pc:sldMk cId="4052351324" sldId="272"/>
            <ac:spMk id="14" creationId="{D6BD9859-6DFC-DC2C-B98D-8295B47EE769}"/>
          </ac:spMkLst>
        </pc:spChg>
        <pc:spChg chg="add mod">
          <ac:chgData name="hemasree dev" userId="b7e98dbdfb90c427" providerId="LiveId" clId="{07802E01-ACD5-4975-B7E4-4557735E1881}" dt="2026-06-18T14:32:20.744" v="760" actId="20577"/>
          <ac:spMkLst>
            <pc:docMk/>
            <pc:sldMk cId="4052351324" sldId="272"/>
            <ac:spMk id="16" creationId="{4E0C3067-0C18-2EF5-5614-42E3F66A83A8}"/>
          </ac:spMkLst>
        </pc:spChg>
        <pc:spChg chg="add mod">
          <ac:chgData name="hemasree dev" userId="b7e98dbdfb90c427" providerId="LiveId" clId="{07802E01-ACD5-4975-B7E4-4557735E1881}" dt="2026-06-18T14:34:18.814" v="782"/>
          <ac:spMkLst>
            <pc:docMk/>
            <pc:sldMk cId="4052351324" sldId="272"/>
            <ac:spMk id="18" creationId="{5AD9034F-F0C9-3B46-C4EC-427E22BB4E04}"/>
          </ac:spMkLst>
        </pc:spChg>
      </pc:sldChg>
      <pc:sldMasterChg chg="setBg modSldLayout">
        <pc:chgData name="hemasree dev" userId="b7e98dbdfb90c427" providerId="LiveId" clId="{07802E01-ACD5-4975-B7E4-4557735E1881}" dt="2026-06-18T13:56:03.510" v="34"/>
        <pc:sldMasterMkLst>
          <pc:docMk/>
          <pc:sldMasterMk cId="0" sldId="2147483648"/>
        </pc:sldMasterMkLst>
        <pc:sldLayoutChg chg="setBg">
          <pc:chgData name="hemasree dev" userId="b7e98dbdfb90c427" providerId="LiveId" clId="{07802E01-ACD5-4975-B7E4-4557735E1881}" dt="2026-06-18T13:56:03.510" v="34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Gude: Prof. DR. [Guide Name]</a:t>
            </a:r>
            <a:endParaRPr lang="en-US" sz="13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CD564B0F-F906-549C-A232-47DF17C96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1" y="123444"/>
            <a:ext cx="6624828" cy="630936"/>
          </a:xfrm>
          <a:prstGeom prst="rect">
            <a:avLst/>
          </a:prstGeom>
        </p:spPr>
      </p:pic>
      <p:sp>
        <p:nvSpPr>
          <p:cNvPr id="15" name="Shape 0">
            <a:extLst>
              <a:ext uri="{FF2B5EF4-FFF2-40B4-BE49-F238E27FC236}">
                <a16:creationId xmlns:a16="http://schemas.microsoft.com/office/drawing/2014/main" id="{64D7E5CB-7635-4A50-99C1-E4A4B6E75CC5}"/>
              </a:ext>
            </a:extLst>
          </p:cNvPr>
          <p:cNvSpPr/>
          <p:nvPr/>
        </p:nvSpPr>
        <p:spPr>
          <a:xfrm>
            <a:off x="0" y="904981"/>
            <a:ext cx="9144000" cy="1793143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C177255-5A2F-EA39-07AE-54B3376A9AA2}"/>
              </a:ext>
            </a:extLst>
          </p:cNvPr>
          <p:cNvSpPr/>
          <p:nvPr/>
        </p:nvSpPr>
        <p:spPr>
          <a:xfrm>
            <a:off x="244699" y="1152336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Traffic Light Control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Using Python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6D87DBD3-ED40-4911-B116-81F735C0F1FE}"/>
              </a:ext>
            </a:extLst>
          </p:cNvPr>
          <p:cNvSpPr/>
          <p:nvPr/>
        </p:nvSpPr>
        <p:spPr>
          <a:xfrm>
            <a:off x="2163961" y="2867095"/>
            <a:ext cx="45720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58C85042-192A-055B-4576-613CFC2C2337}"/>
              </a:ext>
            </a:extLst>
          </p:cNvPr>
          <p:cNvSpPr/>
          <p:nvPr/>
        </p:nvSpPr>
        <p:spPr>
          <a:xfrm>
            <a:off x="792361" y="2894527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CSA0820 - Python Programming for Scientific Computing</a:t>
            </a: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EA76D80-E92F-7F9F-6481-1B54767F1B15}"/>
              </a:ext>
            </a:extLst>
          </p:cNvPr>
          <p:cNvSpPr/>
          <p:nvPr/>
        </p:nvSpPr>
        <p:spPr>
          <a:xfrm>
            <a:off x="5029200" y="38221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45CED6B5-9170-49E4-54A9-9722B138C7A2}"/>
              </a:ext>
            </a:extLst>
          </p:cNvPr>
          <p:cNvSpPr/>
          <p:nvPr/>
        </p:nvSpPr>
        <p:spPr>
          <a:xfrm>
            <a:off x="5029200" y="4121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G.Mohammad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Taher  (192524366)</a:t>
            </a:r>
            <a:endParaRPr lang="en-US" sz="11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7BEBB83F-C617-CC8E-D9F4-34904744C90C}"/>
              </a:ext>
            </a:extLst>
          </p:cNvPr>
          <p:cNvSpPr/>
          <p:nvPr/>
        </p:nvSpPr>
        <p:spPr>
          <a:xfrm>
            <a:off x="5029200" y="4407409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K.Bharath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(192525135)</a:t>
            </a:r>
            <a:endParaRPr lang="en-US" sz="11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15AF9A4-B22B-C373-577E-CB407B30EE7E}"/>
              </a:ext>
            </a:extLst>
          </p:cNvPr>
          <p:cNvSpPr/>
          <p:nvPr/>
        </p:nvSpPr>
        <p:spPr>
          <a:xfrm>
            <a:off x="412124" y="3747496"/>
            <a:ext cx="18738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THE GUIDENCE OF :</a:t>
            </a:r>
            <a:endParaRPr lang="en-US" sz="10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2A6F688-B0DD-86EF-4C4F-C1188BD3476A}"/>
              </a:ext>
            </a:extLst>
          </p:cNvPr>
          <p:cNvSpPr/>
          <p:nvPr/>
        </p:nvSpPr>
        <p:spPr>
          <a:xfrm>
            <a:off x="457200" y="3822192"/>
            <a:ext cx="1706761" cy="653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Vijayaragavan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Aruna </a:t>
            </a:r>
            <a:endParaRPr lang="en-US" sz="11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406E6B71-FA62-C3FF-4B76-18F86FE77C43}"/>
              </a:ext>
            </a:extLst>
          </p:cNvPr>
          <p:cNvSpPr/>
          <p:nvPr/>
        </p:nvSpPr>
        <p:spPr>
          <a:xfrm>
            <a:off x="335161" y="3400023"/>
            <a:ext cx="8229600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1EAD3148-795A-E7AF-9011-1D0D7934566E}"/>
              </a:ext>
            </a:extLst>
          </p:cNvPr>
          <p:cNvSpPr/>
          <p:nvPr/>
        </p:nvSpPr>
        <p:spPr>
          <a:xfrm>
            <a:off x="464026" y="839371"/>
            <a:ext cx="8215948" cy="1181465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IN" sz="1600" dirty="0">
                <a:solidFill>
                  <a:schemeClr val="accent1"/>
                </a:solidFill>
              </a:rPr>
              <a:t>What is the Project :</a:t>
            </a:r>
          </a:p>
          <a:p>
            <a:endParaRPr lang="en-IN" dirty="0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185F7910-B9A4-931C-8DBA-952B9B2A84AC}"/>
              </a:ext>
            </a:extLst>
          </p:cNvPr>
          <p:cNvSpPr/>
          <p:nvPr/>
        </p:nvSpPr>
        <p:spPr>
          <a:xfrm>
            <a:off x="464026" y="3405689"/>
            <a:ext cx="8383136" cy="1241373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A33153-0254-BBD9-9C9B-0E1DEE97CE6C}"/>
              </a:ext>
            </a:extLst>
          </p:cNvPr>
          <p:cNvSpPr txBox="1"/>
          <p:nvPr/>
        </p:nvSpPr>
        <p:spPr>
          <a:xfrm>
            <a:off x="464026" y="1237315"/>
            <a:ext cx="82159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      Smart Traffic Light Control System Using Python simulates adaptive traffic signal control for a 4-lane intersection — built entirely using Python without any hardware</a:t>
            </a:r>
            <a:r>
              <a:rPr lang="en-IN" dirty="0"/>
              <a:t>.</a:t>
            </a: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6BD9859-6DFC-DC2C-B98D-8295B47EE769}"/>
              </a:ext>
            </a:extLst>
          </p:cNvPr>
          <p:cNvSpPr/>
          <p:nvPr/>
        </p:nvSpPr>
        <p:spPr>
          <a:xfrm>
            <a:off x="484500" y="2126984"/>
            <a:ext cx="8311484" cy="1172557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IN" sz="1600" dirty="0">
                <a:solidFill>
                  <a:schemeClr val="accent1"/>
                </a:solidFill>
              </a:rPr>
              <a:t>Why Python :</a:t>
            </a:r>
          </a:p>
          <a:p>
            <a:r>
              <a:rPr lang="en-IN" dirty="0"/>
              <a:t>                   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Python's </a:t>
            </a:r>
            <a:r>
              <a:rPr lang="en-IN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Tkinter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threading, and OOP make it ideal for building GUI-based simulations that replicate real-world systems in a beginner-friendly way.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0C3067-0C18-2EF5-5614-42E3F66A83A8}"/>
              </a:ext>
            </a:extLst>
          </p:cNvPr>
          <p:cNvSpPr txBox="1"/>
          <p:nvPr/>
        </p:nvSpPr>
        <p:spPr>
          <a:xfrm>
            <a:off x="566382" y="3492568"/>
            <a:ext cx="82296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accent1"/>
                </a:solidFill>
              </a:rPr>
              <a:t>How it Works :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             Simulated IR sensors detect vehicle count per lane. Based on density, Green signal time (10s–60s) is dynamically assigned — signals switch Red → Yellow → Green automatically.</a:t>
            </a: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AD9034F-F0C9-3B46-C4EC-427E22BB4E04}"/>
              </a:ext>
            </a:extLst>
          </p:cNvPr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52351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road intersections use fixed-timer traffic signals that cannot adapt to real-time vehicle load, causing unnecessary congestion, fuel waste, and increased travel time.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21992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6946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traffic control is slow, costly, and error-prone. Existing systems lack intelligent logic to detect vehicle presence per lane and dynamically adjust signal durations.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529584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621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87705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smart traffic simulator can model adaptive signal logic, demonstrate real-time lane priority, and pave the way for scalable, automated urban traffic management.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921224"/>
            <a:ext cx="2834640" cy="3474720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Traffic Signal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146304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5361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242316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4963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46520" y="338328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4564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Goal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Python-based simulation system that replicates real-world traffic signal control with adaptive timing logic for 4-lane intersections.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21992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13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6946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(Tkinter for GUI, threading for timing), OOP design, and simulated IR sensor logic to detect and respond to vehicle density per lane.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529584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02920" y="36210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Expected Impact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87705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real-time adaptive signal switching, reduce average vehicle wait time by up to 40%, and produce a working prototype with visual output.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91440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987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1298448"/>
            <a:ext cx="274320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
</a:t>
            </a: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tkinter
</a:t>
            </a: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TrafficLight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8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8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auto_switch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    density = 
      self.get_density()
    self.</a:t>
            </a: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set_green()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</a:t>
            </a: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sleep(density)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</a:t>
            </a: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set_red()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Boundaries: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simulates traffic signal control using Python. It focuses on 4-lane intersections with adaptive timing logic and does not involve hardware deployment or real embedded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206240" cy="3268980"/>
          </a:xfrm>
          <a:prstGeom prst="roundRect">
            <a:avLst>
              <a:gd name="adj" fmla="val 357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Included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3046" y="2571750"/>
            <a:ext cx="3749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GUI simulation of 4-lane traffic signals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IR sensor logic for vehicle detection
Adaptive green signal timing (10s–60s) based on density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lane priority switching algorithm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traffic light animation using Tkinter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4114800" cy="3268980"/>
          </a:xfrm>
          <a:prstGeom prst="roundRect">
            <a:avLst>
              <a:gd name="adj" fmla="val 3571"/>
            </a:avLst>
          </a:prstGeom>
          <a:solidFill>
            <a:srgbClr val="FFF7F7"/>
          </a:solidFill>
          <a:ln w="12700">
            <a:solidFill>
              <a:srgbClr val="FCA5A5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Excluded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315684"/>
            <a:ext cx="3749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Arduino/hardware deployment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CCTV camera-based vehicle detection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 connectivity or remote monitoring</a:t>
            </a:r>
            <a:endParaRPr lang="en-US" sz="1400" dirty="0"/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Multi-intersection city-wide traffic network
Emergency vehicle override with RFID sensors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/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720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Technologies: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70432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(GUI)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module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random modules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279431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3104388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4-lane intersection logic with OOP classes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IR sensor vehicle detection per lane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density-based adaptive green timing</a:t>
            </a:r>
            <a:endParaRPr lang="en-US" sz="14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Tkinter GUI with animated LED signals
Test and validate signal switching 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868680"/>
            <a:ext cx="3200400" cy="3931920"/>
          </a:xfrm>
          <a:prstGeom prst="roundRect">
            <a:avLst>
              <a:gd name="adj" fmla="val 3429"/>
            </a:avLst>
          </a:prstGeom>
          <a:solidFill>
            <a:srgbClr val="1B2A4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987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353312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Sensor Reads Lane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773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975104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Count Computed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239572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2596896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6609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Lane Selected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30175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218688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2826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Signal Activated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38404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904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Set (10s–60s)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&amp; Lane Density Computation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970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1: Vehicle Detection &amp; Lane Density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simulates IR sensor-based vehicle detection per lane using Python. Random vehicle counts are generated to mimic real-world sensor readings for each of the 4 lanes.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40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Logic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lane has a simulated FC-51 IR sensor object. When called, it returns a vehicle count (0–10). The total count determines the lane's priority score for signal allocation.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3832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IRSensor class → get_count() → LaneDensity calculator → priority_rank() → sends ranked data to Module 2 for signal control decisions.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914400"/>
            <a:ext cx="2971800" cy="370332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298448"/>
            <a:ext cx="278892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
</a:t>
            </a: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IRSensor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lane):
    self.lane = lane
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get_count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</a:t>
            </a: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Simulates IR reading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random.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(0, 10)
</a:t>
            </a:r>
            <a:r>
              <a:rPr lang="en-US" sz="12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Usage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IRSensor(</a:t>
            </a: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'North')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s1.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get_count()
print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(count)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Signal Control &amp; GUI Display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2: Adaptive Signal Control &amp; GUI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receives vehicle count data from Module 1. It computes adaptive green signal duration (10s–60s) per lane and controls the Tkinter GUI traffic light animations.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2402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Logic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lane count &gt; 7: green = 60s. If count 4–7: green = 30s. If count &lt; 4: green = 10s or skip. Yellow stays fixed at 3s. Emergency mode sets all lanes red instantly.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3832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input → TimingEngine.compute() → SignalController.activate() → Tkinter Canvas updates LED color → next lane round-robin → loop continues every cycle.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914400"/>
            <a:ext cx="2971800" cy="370332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005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298448"/>
            <a:ext cx="278892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SignalController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get_green_time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(self, n):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&gt; </a:t>
            </a: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</a:t>
            </a: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60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&gt; </a:t>
            </a: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</a:t>
            </a: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</a:t>
            </a: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
</a:t>
            </a: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</a:t>
            </a:r>
            <a:r>
              <a:rPr lang="en-US" sz="12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run_cycle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(self):
</a:t>
            </a: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lane in self.lanes:
      t = self.
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get_green_time(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lane.count)
      self.</a:t>
            </a: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green(lane, t)
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/ Existing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1: Fixed-Timer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traffic lights use pre-set timers regardless of actual vehicle presence. These fail during peak hours, causing bottlenecks and increased emissions at idle intersections.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221992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3134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2: Arduino-Based Systems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6946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Hardware-based embedded solutions use IR sensors and microcontrollers, but require physical components, are expensive to prototype, and lack a software simulation layer.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3529584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6210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Current Solutions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87705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low-cost Python simulation tool exists for testing adaptive signal algorithms. Most tools lack GUI visualization, density-based logic, and beginner-friendly code structure.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914400"/>
            <a:ext cx="2971800" cy="3493008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353312"/>
            <a:ext cx="10515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4081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40880" y="1353312"/>
            <a:ext cx="8229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040880" y="14081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55280" y="1353312"/>
            <a:ext cx="82296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14081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1737360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922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173736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55280" y="1737360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2121408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1762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40880" y="2121408"/>
            <a:ext cx="822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21762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55280" y="2121408"/>
            <a:ext cx="822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21762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2505456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5603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40880" y="2505456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560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55280" y="2505456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2560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943600" y="2889504"/>
            <a:ext cx="10515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29443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2889504"/>
            <a:ext cx="822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0" y="2944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955280" y="2889504"/>
            <a:ext cx="82296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55280" y="2944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43600" y="3273552"/>
            <a:ext cx="1051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3284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040880" y="3273552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0" y="3328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55280" y="3273552"/>
            <a:ext cx="8229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328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201168" cy="987552"/>
          </a:xfrm>
          <a:prstGeom prst="roundRect">
            <a:avLst>
              <a:gd name="adj" fmla="val 3636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(GUI)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261872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library provides the GUI. Canvas widget draws animated traffic light circles (Red/Yellow/Green). Labels show lane names and vehicle counts in real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8503920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029968"/>
            <a:ext cx="201168" cy="987552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21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(Logic)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 handles all signal logic. IRSensor, SignalController, and TimingEngine classes manage detection, timing, and switching with threading for concurrent lane updates.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45536"/>
            <a:ext cx="8503920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145536"/>
            <a:ext cx="201168" cy="987552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Storage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" y="349300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CSV and JSON modules log signal events, lane density history, and switch timestamps for analysis. No external database needed — all file-based storage.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4261104"/>
            <a:ext cx="8503920" cy="987552"/>
          </a:xfrm>
          <a:prstGeom prst="roundRect">
            <a:avLst>
              <a:gd name="adj" fmla="val 9259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4261104"/>
            <a:ext cx="201168" cy="987552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352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" y="4608576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3.x, Tkinter, threading, time, random, csv, json modules. IDE: VS Code or PyCharm. OS: Windows/Linux/macOS compatible. No external libraries required.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/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74520" y="96926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124358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project scope, define 4-lane simulation requirements, finalize Python modules and tools needed.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01952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75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2860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19568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74520" y="223113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class diagrams for IRSensor, SignalController, TimingEngine. Sketch GUI layout for Tkinter display.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889504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9504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62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74520" y="29443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74520" y="321868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all Python modules. Build GUI with animated LEDs. Integrate sensor simulation with signal control logic.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877056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77056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08/2025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74520" y="39319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Feedback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874520" y="4206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adaptive timing accuracy, GUI responsiveness, and edge cases. Incorporate guide feedback and finalize.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212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the Users: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5112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600" dirty="0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C3D30B2C-81E6-E171-6B44-94CB69CB46FE}"/>
              </a:ext>
            </a:extLst>
          </p:cNvPr>
          <p:cNvSpPr/>
          <p:nvPr/>
        </p:nvSpPr>
        <p:spPr>
          <a:xfrm>
            <a:off x="502276" y="2571750"/>
            <a:ext cx="8229600" cy="939546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8235755A-72D8-F7D7-DDD0-A48C893E75F7}"/>
              </a:ext>
            </a:extLst>
          </p:cNvPr>
          <p:cNvSpPr/>
          <p:nvPr/>
        </p:nvSpPr>
        <p:spPr>
          <a:xfrm>
            <a:off x="457200" y="1243584"/>
            <a:ext cx="8229600" cy="896112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42BCE83-A027-367F-F761-60A839C1AD98}"/>
              </a:ext>
            </a:extLst>
          </p:cNvPr>
          <p:cNvSpPr/>
          <p:nvPr/>
        </p:nvSpPr>
        <p:spPr>
          <a:xfrm>
            <a:off x="502276" y="3882400"/>
            <a:ext cx="8229600" cy="939545"/>
          </a:xfrm>
          <a:prstGeom prst="roundRect">
            <a:avLst>
              <a:gd name="adj" fmla="val 8333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080E83EB-C248-F7B4-2127-DBDF10324282}"/>
              </a:ext>
            </a:extLst>
          </p:cNvPr>
          <p:cNvSpPr/>
          <p:nvPr/>
        </p:nvSpPr>
        <p:spPr>
          <a:xfrm>
            <a:off x="591140" y="1207008"/>
            <a:ext cx="80042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functional Python application simulating a 4-lane adaptive traffic signal system. Includes a Tkinter GUI with real-time animated Red/Yellow/Green LEDs, lane density display, signal timing logs exported to CSV, and well-documented OOP source code.</a:t>
            </a:r>
            <a:endParaRPr lang="en-US" sz="14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A5C72BD-FDD4-F0ED-95A1-A5982E313A0F}"/>
              </a:ext>
            </a:extLst>
          </p:cNvPr>
          <p:cNvSpPr/>
          <p:nvPr/>
        </p:nvSpPr>
        <p:spPr>
          <a:xfrm>
            <a:off x="609170" y="2551176"/>
            <a:ext cx="807763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developers will understand adaptive traffic logic through a visual, interactive prototype. Educators can use this as a teaching tool for Python OOP, threading, and GUI development in Digital Systems and Software Engineering courses.</a:t>
            </a:r>
            <a:endParaRPr lang="en-US" sz="14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4669C337-ACFC-016E-AAA6-FE544904A99A}"/>
              </a:ext>
            </a:extLst>
          </p:cNvPr>
          <p:cNvSpPr/>
          <p:nvPr/>
        </p:nvSpPr>
        <p:spPr>
          <a:xfrm>
            <a:off x="700610" y="3895279"/>
            <a:ext cx="8077630" cy="939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 OpenCV camera-based vehicle counting. Add IoT-based remote monitoring via MQTT. Extend to multi-intersection city-level simulation. Deploy web version using Flask for browser-based access. Connect with real Arduino hardware for physical demonstration.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32688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69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Python-based smart traffic signal system that eliminates fixed-timer inefficiencies using adaptive density-based green signal timing.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09928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uses simulated IR sensors to compute vehicle count per lane; Module 2 dynamically assigns 10s–60s green signal based on traffic load.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24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provides real-time animated Red/Yellow/Green traffic light display for all 4 lanes — making the system visually demonstrable.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264408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0156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fully autonomous — no manual control needed. Built entirely using Python standard library — no external dependencies required.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788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116CDF9E-D5FC-2A0B-CD03-C9F320DFB4F8}"/>
              </a:ext>
            </a:extLst>
          </p:cNvPr>
          <p:cNvSpPr/>
          <p:nvPr/>
        </p:nvSpPr>
        <p:spPr>
          <a:xfrm>
            <a:off x="365760" y="4130899"/>
            <a:ext cx="8503920" cy="667512"/>
          </a:xfrm>
          <a:prstGeom prst="roundRect">
            <a:avLst>
              <a:gd name="adj" fmla="val 1095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7EC901A-4826-FC34-B557-369A7FF85B7F}"/>
              </a:ext>
            </a:extLst>
          </p:cNvPr>
          <p:cNvSpPr/>
          <p:nvPr/>
        </p:nvSpPr>
        <p:spPr>
          <a:xfrm>
            <a:off x="914400" y="4213195"/>
            <a:ext cx="7726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integration with OpenCV, IoT, and Flask will scale this prototype into a real-world deployable traffic management platform.</a:t>
            </a:r>
            <a:endParaRPr lang="en-US" sz="14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BA01DAD5-A90F-4632-B2FE-508DB8FB5DC3}"/>
              </a:ext>
            </a:extLst>
          </p:cNvPr>
          <p:cNvSpPr/>
          <p:nvPr/>
        </p:nvSpPr>
        <p:spPr>
          <a:xfrm>
            <a:off x="457200" y="429465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Acknowledgements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34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8986" y="1193292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Wiering, M., et al. (2004). Intelligent Traffic Light Control. ERCIM News, European Research Consortium for Informatics and Mathematics.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Kulkarni, A., &amp; Mane, P. (2022). Python-Based Traffic Simulation for Smart Cities. International Journal of Computer Applications, vol. 183.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Official Python Documentation – threading, tkinter, time modules. docs.python.org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Saveetha School of Engineering course materials – Python Programming (2024–25).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and Mentors: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34930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extend our sincere thanks to our project guide, Prof. DR. [Vijayaragavan P], for continuous support, valuable feedback, and expert guidance throughout the development of this project.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0958" y="4105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Support: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0958" y="44302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gratefully acknowledge Saveetha School of Engineering for providing the necessary infrastructure, technical resources, and an encouraging environment that enabled us to complete this project successfully.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1780</Words>
  <Application>Microsoft Office PowerPoint</Application>
  <PresentationFormat>On-screen Show (16:9)</PresentationFormat>
  <Paragraphs>194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hemasree dev</cp:lastModifiedBy>
  <cp:revision>1</cp:revision>
  <dcterms:modified xsi:type="dcterms:W3CDTF">2026-06-18T14:55:50Z</dcterms:modified>
</cp:coreProperties>
</file>